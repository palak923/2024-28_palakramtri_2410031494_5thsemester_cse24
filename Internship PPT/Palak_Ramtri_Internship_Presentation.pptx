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141B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5836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25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 –  JUNIOR WEB DEVELOPER INTERNSHIP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Property Tax Payment Portal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 for E-Governance &amp; Digital Services – An Internship Presentation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August 2026 – 29 August 2026 (4 Weeks)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960120"/>
            <a:ext cx="4005072" cy="1600200"/>
          </a:xfrm>
          <a:prstGeom prst="roundRect">
            <a:avLst>
              <a:gd name="adj" fmla="val 4571"/>
            </a:avLst>
          </a:prstGeom>
          <a:solidFill>
            <a:srgbClr val="232F63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Palak Ramtri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01000" y="1691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01000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2410031494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012680" y="1691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12680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772400" y="5532120"/>
            <a:ext cx="4005072" cy="960120"/>
          </a:xfrm>
          <a:prstGeom prst="roundRect">
            <a:avLst>
              <a:gd name="adj" fmla="val 7619"/>
            </a:avLst>
          </a:prstGeom>
          <a:solidFill>
            <a:srgbClr val="3A5AA8"/>
          </a:solidFill>
          <a:ln/>
        </p:spPr>
      </p:sp>
      <p:sp>
        <p:nvSpPr>
          <p:cNvPr id="19" name="Text 16"/>
          <p:cNvSpPr/>
          <p:nvPr/>
        </p:nvSpPr>
        <p:spPr>
          <a:xfrm>
            <a:off x="8001000" y="5650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0100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010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NSDC Skill Initiative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Palak Ramtri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2410031494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877056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535424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51937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185806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766560" y="25603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– Junior Web Developer Internship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766560" y="3218688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&amp; Digital Services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766560" y="3877056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(1 – 29 Aug 2026)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766560" y="4535424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YI/2026/183585/406976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766560" y="51937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YuvaIntern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is a virtual internship and skill-certification platform that provides students with hands-on, project-based internship experience across web development, data science, digital marketing, and e-governance technologies.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9864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Partnership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partnership with the National Skill Development Corporation (NSDC), aligning with national skill-development initiatives.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0" y="29864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Harvin Group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under the Henry Harvin group of companies, with offices in the United States, India, and the UAE.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834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50" y="29864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964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Data Science, Digital Marketing, and E-Governance Technologies.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Challenge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property tax collection in many Indian towns and cities continues to rely on manual, in-person, or paper-based processes for assessment, billing, and payment – creating long queues, delayed record-keeping, limited transparency, and higher administrative overheads for local bodies.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783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Scope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0" y="23774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addresses the design and prototyping of a secure, accessible, citizen-facing Online Property Tax Payment Portal – covering requirements analysis, responsive UI prototyping, backend &amp; database design, and a performance, accessibility, and security audit.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well-designed digital portal turns a multi-day municipal visit into a two-minute online payment.”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Planning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citizen and administrator requirements for an online property tax payment service.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47288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1688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0153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5888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 Design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responsive, accessible web prototype covering desktop, tablet, and mobile users.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60336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4" y="20153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74536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Management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01968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architecture, database schema, secure APIs, and backup &amp; recovery planning.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244584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58984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522" y="20153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73184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Security Audit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500616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 performance, accessibility (WCAG), and security audit with improvement recommendations.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(wireframes &amp; mockups)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7408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76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0168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721608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06056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9476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28816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Testing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20256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test-case design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44584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204704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296" y="19476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27464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Security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518904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Accessibility Checker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guidelines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778" y="2472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4183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 end (HTML5, CSS3, JavaScript, Bootstrap) delivering registration, tax lookup, payment, and receipt screens.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383280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3484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6928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18" y="247253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1772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Logic Layer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69087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layer handling authentication, tax-calculation logic, payment-flow orchestration, and RESTful API endpoints.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3383280"/>
            <a:ext cx="365760" cy="365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18388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941832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858" y="2472538"/>
            <a:ext cx="404165" cy="4041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6676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43991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(MySQL) with a normalized schema storing property, citizen, and transaction records.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Citizen Browser  →  Presentation Layer  →  Application / Logic Layer  →  Data Layer (MySQL)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Timeline (Weeks 1 to 4)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331720"/>
            <a:ext cx="1017727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4193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4193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Requirements Analysis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report describing the proposed e-governance service and initial GitHub repository setup.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229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29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Prototype Design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Wireframes/mockups and design-rationale report covering accessibility, responsiveness, and usability.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0265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265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&amp; Database Management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database schema design, secure API design, and backup &amp; recovery planning.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8301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301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2688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5548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Accessibility &amp; Security Audit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5548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 with performance KPIs, WCAG accessibility assessment, and security vulnerability analysis.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&amp; Demonstrated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67866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Report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0720" y="14630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e-governance service requirements and defined the project scope for the property tax portal.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4505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58226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77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Prototype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760720" y="23774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wireframes and mockups with accessibility, responsiveness, and usability in mind.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33649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496666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91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Design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760720" y="32918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architecture, a normalized database schema, secure APIs, and backup &amp; recovery planning.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42793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41106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206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Accessibility Audit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760720" y="42062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the prototype against WCAG guidelines and key page-performance metrics.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32546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51206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5760720" y="51206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the platform against the OWASP Top 10 web-application security risks.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Web Developer – E-Governance &amp; Digital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YuvaIntern (in partnership with NSDC)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YI/2026/183585/406976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29,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August 2026 – 29 August 2026 (4 Weeks, Remote)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/ Signatory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Kounal Gupta, Founder, YuvaIntern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Experience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641" y="1325880"/>
            <a:ext cx="3685669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2926080" cy="29260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560320" cy="25603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985516" y="3566160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232F63"/>
          </a:solidFill>
          <a:ln/>
        </p:spPr>
      </p:sp>
      <p:sp>
        <p:nvSpPr>
          <p:cNvPr id="6" name="Text 4"/>
          <p:cNvSpPr/>
          <p:nvPr/>
        </p:nvSpPr>
        <p:spPr>
          <a:xfrm>
            <a:off x="3259836" y="3767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Palak Ramtri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59836" y="4160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2410031494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3749040"/>
            <a:ext cx="0" cy="1005840"/>
          </a:xfrm>
          <a:prstGeom prst="line">
            <a:avLst/>
          </a:prstGeom>
          <a:noFill/>
          <a:ln w="12700">
            <a:solidFill>
              <a:srgbClr val="3A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1636" y="37673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31636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2026-08-29T18:24:25Z</dcterms:created>
  <dcterms:modified xsi:type="dcterms:W3CDTF">2026-08-29T18:24:25Z</dcterms:modified>
</cp:coreProperties>
</file>